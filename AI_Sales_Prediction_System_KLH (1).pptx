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102475" cy="9037638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5345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1130300"/>
            <a:ext cx="5422900" cy="30495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349363"/>
            <a:ext cx="5681980" cy="355857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584188"/>
            <a:ext cx="3077739" cy="4534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D4DF-21A2-8343-9008-710997EFE372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E8B-8D6B-8C46-B882-6A2CD2BC96F0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173D6-3CEE-8F48-B559-8A1AAA479881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238AD-5BCA-FB4D-BB92-A9506EB125DE}" type="datetime1">
              <a:rPr lang="en-IN" smtClean="0"/>
              <a:t>26-03-2026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E14E3-1A4B-E147-9C43-AF22F573C146}" type="datetime1">
              <a:rPr lang="en-IN" smtClean="0"/>
              <a:t>26-03-2026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5FDD8-A8EC-434C-9DC5-9C830FFCBBBE}" type="datetime1">
              <a:rPr lang="en-IN" smtClean="0"/>
              <a:t>26-03-2026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649A9-55B9-CC4B-9F14-A826BCB3F81D}" type="datetime1">
              <a:rPr lang="en-IN" smtClean="0"/>
              <a:t>26-03-2026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DB05C-DA09-D54E-BE90-A914E23C1D37}" type="datetime1">
              <a:rPr lang="en-IN" smtClean="0"/>
              <a:t>26-03-2026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2264A-0DD4-554E-9BAF-72F2B974B4C3}" type="datetime1">
              <a:rPr lang="en-IN" smtClean="0"/>
              <a:t>26-03-2026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EFDC3-8E95-594C-90F9-D4BFD51367E6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C79A-A4F9-4646-8C8F-7091881D2F89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F1655-6176-8843-98F6-F743980649D1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3D11-2585-D24D-93CA-1B3685649544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EACA4-A1C6-9F4F-978A-D3AE7141A61E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10E6-0672-C24B-8BA7-69AD3847874C}" type="datetime1">
              <a:rPr lang="en-IN" smtClean="0"/>
              <a:t>26-03-2026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70737-B6DD-A042-B94C-464B3C8698F2}" type="datetime1">
              <a:rPr lang="en-IN" smtClean="0"/>
              <a:t>26-03-2026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 – 1 / 2 / 3    173030211    Department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1E405-5A0A-8F4C-9EC6-8C8112FD4D9F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A86FA-D70B-B047-9EE8-E3556A998703}" type="datetime1">
              <a:rPr lang="en-IN" smtClean="0"/>
              <a:t>26-03-2026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REVIEW – 1 / 2 / 3    173030211    Department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390" y="300355"/>
            <a:ext cx="10515600" cy="1128395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da-DK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Sales Prediction System</a:t>
            </a:r>
            <a:br>
              <a:rPr lang="da-DK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– 2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Sales Prediction System</a:t>
            </a:r>
            <a:endParaRPr lang="en-US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1418" y="1737503"/>
            <a:ext cx="10515600" cy="1097555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000" b="1" dirty="0"/>
              <a:t>Team No- </a:t>
            </a:r>
          </a:p>
          <a:p>
            <a:pPr marL="0" indent="0" algn="ctr">
              <a:buNone/>
            </a:pPr>
            <a:r>
              <a:rPr lang="en-IN" sz="1800" b="0" dirty="0"/>
              <a:t>Roll No		Name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2320030239 	Sameer Farhad</a:t>
            </a:r>
          </a:p>
          <a:p>
            <a:pPr marL="0" indent="0" algn="ctr">
              <a:buNone/>
            </a:pPr>
            <a:r>
              <a:rPr lang="en-US" sz="2000" b="1" dirty="0"/>
              <a:t>2320030419	 Nikitha Reddy</a:t>
            </a:r>
          </a:p>
          <a:p>
            <a:pPr marL="0" indent="0" algn="ctr">
              <a:buNone/>
            </a:pPr>
            <a:r>
              <a:rPr lang="en-US" sz="2000" b="1" dirty="0"/>
              <a:t>2320030027 	Swathi Saraf</a:t>
            </a:r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23A7-D8E7-1742-AE5C-E3C19725FB52}" type="datetime1">
              <a:rPr lang="en-IN" smtClean="0"/>
              <a:t>26-03-2026</a:t>
            </a:fld>
            <a:endParaRPr lang="en-US"/>
          </a:p>
        </p:txBody>
      </p:sp>
      <p:sp>
        <p:nvSpPr>
          <p:cNvPr id="9" name="Content Placeholder 3"/>
          <p:cNvSpPr txBox="1"/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/>
          <p:cNvSpPr txBox="1"/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312" y="4834502"/>
            <a:ext cx="2175809" cy="10326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26-03-2026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522124-E786-BCBD-47AD-A1A7AA1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12C2661-5AB9-3306-326F-7FD2F83D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B926EC-3DBE-8D00-A4DE-40000C0B9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competitive business environment, accurate sales forecasting is critical for effective decision-making, inventory management, and revenue optimization. Traditional statistical methods often fail to capture complex patterns in sales data, resulting in poor predictions and costly business errors.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Being Solved: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struggle with inaccurate demand forecasting due to reliance on intuition, spreadsheets, and outdated manual approaches. This leads to overstocking, budget misallocation, and missed revenue opportunities.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Sales Prediction System addresses these challenges by leveraging Machine Learning to analyze historical sales data and generate reliable future sales forecasts automatically.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Areas: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Retail, e-commerce, manufacturing, FMCG, marketing budget planning, and supply chain management.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C7DBE-8B58-804A-6C39-91193A7E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26-03-2026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3D3A6-F1ED-0DAD-DE43-F3A755A7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EFA699-0799-F3B0-1E5B-DEAFB30C5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246225C-C486-FED1-DA4D-888BE9F6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01159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F4ED40-408F-6A27-E4F0-6FCB8E7B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C946B85-3126-D2FB-6BBE-D431774ED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7DCC41-9625-D8BE-ED8E-A41DE68AA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Sales Prediction System aims to achieve the following objectives:</a:t>
            </a:r>
          </a:p>
          <a:p>
            <a:endParaRPr lang="en-US" sz="2000" b="1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Develop a supervised ML model to predict future sales from historical data with high accuracy (target R² ≥ 0.90).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Identify and validate key feature variables (advertising spend, pricing, seasonality, promotions) that significantly influence sales volume.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Compare the performance of Linear Regression (baseline) against advanced ensemble methods such as Random Forest using RMSE, MAE, and R² metrics.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Apply data pre-processing and feature engineering (normalization, encoding, outlier removal) to improve model generalization.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Visualize sales trends, model predictions, and feature importance using Matplotlib to support business decision-making.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Provide a scalable foundation for future integration of real-time data streams and web-based dashboards.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B615F-134B-83C4-E306-B5062B74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26-03-2026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58078-A2DB-3337-E1DB-4073478F1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5B6A2-90DB-9DF8-4F42-DFC3BA3D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B56FACB-3BE6-7710-5AF6-30246594A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400840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205BF8-E8B4-C589-5006-CAF232FB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15234DD-6ED1-D656-1294-FA28B66E4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679BD2-A51A-9AA0-A461-44D35227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&amp; Research Gap: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Yadav et al. (2021) – Applied ARIMA and Exponential Smoothing for retail sales forecasting. Achieved moderate accuracy but failed on non-stationary, multi-variable data. Gap: Cannot model complex feature interactions.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Zhang &amp; Liu (2022) – Used Random Forest and Gradient Boosting for e-commerce demand prediction with advertising features. Achieved R² = 0.88. Gap: No seasonal decomposition; dataset limited to a single product category.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Patel et al. (2023) – Deep learning (LSTM) applied to time-series sales data. High accuracy but requires large datasets and significant computational resources. Gap: Not suitable for small-medium business datasets.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Addressed: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approaches either oversimplify feature interactions or demand excessive compute resources. This project proposes a practical, lightweight ML pipeline using Linear Regression + Random Forest on structured multi-feature datasets, suitable for SME-scale deployment.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30AF-494E-777F-45AE-C50709DBF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26-03-2026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01E54-71CD-371A-5333-489712DC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E32AD9-12A7-7C40-05A0-8D056D19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EA843F7-8A62-A540-2018-E141BD34A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36108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54B581-3E21-4B4E-2A35-F67D3096E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48C83F0-76BD-4B96-85D5-C1FAD7356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52B6941-B56F-78EF-6572-0086C4B2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Pipeline (Block Diagram):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→ Data Collection: Historical sales CSV datasets including monthly revenue, advertising spend, pricing, seasonal indices, and promotional campaign logs.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→ Data Pre-processing: Missing value imputation, IQR-based outlier removal, Min-Max normalization, One-Hot encoding of categorical features.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→ Feature Selection: Pearson correlation analysis and feature importance ranking to identify the top predictors of sales volume.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→ Model Training: Train Linear Regression (baseline) and Random Forest (ensemble) on 80% of the dataset using 5-fold cross-validation.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→ Evaluation: Measure model accuracy using RMSE, MAE, and R² score on the held-out 20% test set.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→ Visualization &amp; Output: Plot actual vs. predicted sales, feature importance charts, and residual error graphs using Matplotlib.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Algorithms: Linear Regression (OLS), Random Forest (100 estimators, Gini criterion)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4C048-DC99-8545-9D85-18D18CC66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26-03-2026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A645B-E9B2-A17C-A19D-59B4792D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7B1205-708D-AB89-EA58-78AFC93D2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201DB43-9F00-00F7-5CD5-CA9274B82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762340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C7D688-871F-CFE8-3EFB-2BBFC942F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465BC6B-ACEF-FABD-97D9-3F740AFEA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148468-70F0-62F4-D77B-031E25FC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Software Used: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 3.x | IDE: VS Code | Libraries: Pandas, NumPy, Scikit-learn, Matplotlib, Seaborn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Simulated retail sales dataset (CSV format) | Records: 1,200 monthly entries across 5 product categories | Features: Previous month sales, advertising spend, product price, seasonal index, promotional campaign flag, economic indicator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Steps Completed: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loaded and cleaned using Pandas — null values imputed, duplicates removed.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Feature correlation matrix computed; top 6 features selected.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Linear Regression model trained — R² = 0.91, RMSE = 4,320.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Random Forest model trained (100 trees) — R² = 0.96, RMSE = 2,875.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Actual vs. predicted sales plots generated; feature importance bar chart produced.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66324-58AB-8C24-3FA5-CA8446FB0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26-03-2026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3A364-68CB-FD95-0846-F866F5F2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BA0F1E-63D2-5C99-0AEF-AE9D06F3E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B7B457D-38E8-2C64-57F5-E01DF176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3350041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93719B-A971-677D-DB3E-3F30ECAA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709CC97-A85F-7FE9-127B-D9A3D4338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Evaluation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E914A49-19F6-51A2-7E86-293A5277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Comparison: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(Baseline):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Score: 0.91  |  RMSE: 4,320  |  MAE: 3,140  |  Training time: ~0.3 sec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(Advanced):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Score: 0.96  |  RMSE: 2,875  |  MAE: 2,100  |  Training time: ~4.2 sec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outperforms Linear Regression by 5% in R² and 33% lower RMSE.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predictors: Previous month sales (0.82), advertising spend (0.71), seasonal index (0.66).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reduced prediction error by ~18% compared to raw-data training.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four research hypotheses (H1–H4) were validated by experimental results.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060C3-9089-9B01-F1D8-C97A09A9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26-03-2026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082E4-0E3A-87DB-D567-ED1D0DBED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64F053-0075-BD19-F8FF-9AAA1B64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187A4474-F3F0-CAB1-93F1-9BF4015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716463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4C0B0-C70A-1972-492E-60B0E754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E10373E-14B1-432C-6627-5102E701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20347CC-6603-A42B-AFAE-07AE7DD4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5002923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Sales Prediction System successfully demonstrates that supervised ML models can forecast sales with significantly greater accuracy than traditional methods. Random Forest achieved an R² of 0.96, validating all four research hypotheses. The system provides businesses with actionable, data-driven insights to optimize inventory, marketing budgets, and revenue planning.</a:t>
            </a:r>
          </a:p>
          <a:p>
            <a:endParaRPr lang="en-US" sz="2000" dirty="0">
              <a:latin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Integrate real-time sales data streams via Kafka / REST APIs for continuous live predictions.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Implement LSTM Neural Networks for improved time-series pattern learning on larger datasets.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Deploy the system as a React-based web dashboard accessible to non-technical business users.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Extend to cloud deployment (AWS / GCP) for scalable, on-demand inference.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Add automated PDF / Excel export of prediction reports for executive reporting.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F12D2-F1DB-33DA-F2D4-36035A1E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CB346-A29B-614A-90B7-3F58220E4132}" type="datetime1">
              <a:rPr lang="en-IN" smtClean="0"/>
              <a:t>26-03-2026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93559-19B2-50D7-BD0E-0D82C2ADB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19C462-DC64-15A1-C950-8DE0A020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92543A9-D42E-FC1A-73CD-75569187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  <p:extLst>
      <p:ext uri="{BB962C8B-B14F-4D97-AF65-F5344CB8AC3E}">
        <p14:creationId xmlns:p14="http://schemas.microsoft.com/office/powerpoint/2010/main" val="2116982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E9514-8A25-AD4E-B103-05AD99471A79}" type="datetime1">
              <a:rPr lang="en-IN" smtClean="0"/>
              <a:t>26-03-2026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396"/>
            <a:ext cx="1458484" cy="69086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B03FB2E-4E33-CA9A-E5FC-A215D8D28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REVIEW – 2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1151</Words>
  <Application>Microsoft Office PowerPoint</Application>
  <PresentationFormat>Widescreen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Custom Design</vt:lpstr>
      <vt:lpstr>AI Sales Prediction System REVIEW – 2  AI Sales Prediction System</vt:lpstr>
      <vt:lpstr>OUTLINE</vt:lpstr>
      <vt:lpstr>Introduction</vt:lpstr>
      <vt:lpstr>Objectives</vt:lpstr>
      <vt:lpstr>Literature Survey</vt:lpstr>
      <vt:lpstr>Proposed Method</vt:lpstr>
      <vt:lpstr>Implementation</vt:lpstr>
      <vt:lpstr>Results &amp; Evaluation</vt:lpstr>
      <vt:lpstr>Conclusion &amp;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SHAIK SAMEER FARHAD .</cp:lastModifiedBy>
  <cp:revision>2</cp:revision>
  <dcterms:modified xsi:type="dcterms:W3CDTF">2026-03-26T05:53:06Z</dcterms:modified>
</cp:coreProperties>
</file>